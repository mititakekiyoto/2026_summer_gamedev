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handoutMasterIdLst>
    <p:handoutMasterId r:id="rId9"/>
  </p:handoutMasterIdLst>
  <p:sldIdLst>
    <p:sldId id="444" r:id="rId5"/>
    <p:sldId id="441" r:id="rId6"/>
    <p:sldId id="443" r:id="rId7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50D04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63537-046A-4D4E-8202-BF8A83BE11AF}" v="4" dt="2026-04-15T01:03:43.261"/>
    <p1510:client id="{4BB0599A-B337-F978-EAEE-1E5B21FA6743}" v="35" dt="2026-04-13T23:54:54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C78B4-D4EA-4E83-A43A-6FA5A0F7D0B3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F567-5817-4092-8EEB-419011F58E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52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1B21-716A-4773-A420-9B5CE6E28AE2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4227-4E8D-4547-92A9-04B1088AF5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98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4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7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56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6DE7-6362-45FB-80B6-F8887A987F74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34311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F063-2530-4F1C-AB5B-9D9DE17668FE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23052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/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4A9C-0BE6-426B-BA97-ED8EA34CDCEB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0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01CC-F81F-4FAE-8D03-865955CA638F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7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44DF-24CA-43E2-9093-3396243AA9AB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4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3613-0D91-4125-A766-A2F45B449B2D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0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BB27-9AAA-41C2-B253-2D106947EC5E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63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48FA-3FA4-474C-AE70-9A9080B18688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50C2-176F-4CDC-A949-402CABB185D5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74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9B59-3BF3-4B80-B26E-7562A8BFA88C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3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E815-7981-4C74-AEC5-ED53767866CB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47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9F21-9341-413A-8868-D34EC7AB7037}" type="datetime1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kumimoji="1"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kumimoji="1"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r>
              <a:rPr lang="en-US" altLang="ja-JP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V2</a:t>
            </a:r>
            <a:endParaRPr lang="ja-JP" altLang="en-US" sz="36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749FE-12CE-A65E-71C4-957FC987A2C2}"/>
              </a:ext>
            </a:extLst>
          </p:cNvPr>
          <p:cNvSpPr txBox="1"/>
          <p:nvPr/>
        </p:nvSpPr>
        <p:spPr>
          <a:xfrm>
            <a:off x="165694" y="119482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00FEB-3A8B-5BEF-954E-0EC63BF60CAE}"/>
              </a:ext>
            </a:extLst>
          </p:cNvPr>
          <p:cNvSpPr txBox="1"/>
          <p:nvPr/>
        </p:nvSpPr>
        <p:spPr>
          <a:xfrm>
            <a:off x="2630988" y="1194826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Logos Physis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27D54C-19AA-B8F5-2A89-D0A061324D7C}"/>
              </a:ext>
            </a:extLst>
          </p:cNvPr>
          <p:cNvSpPr txBox="1"/>
          <p:nvPr/>
        </p:nvSpPr>
        <p:spPr>
          <a:xfrm>
            <a:off x="165694" y="221392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主人公に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DC3D0D-B07D-47FA-5861-B20B6E5F179D}"/>
              </a:ext>
            </a:extLst>
          </p:cNvPr>
          <p:cNvSpPr txBox="1"/>
          <p:nvPr/>
        </p:nvSpPr>
        <p:spPr>
          <a:xfrm>
            <a:off x="2630988" y="2213929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冒険者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B4D02-4CCF-9C29-88C8-E09C46F1247F}"/>
              </a:ext>
            </a:extLst>
          </p:cNvPr>
          <p:cNvSpPr txBox="1"/>
          <p:nvPr/>
        </p:nvSpPr>
        <p:spPr>
          <a:xfrm>
            <a:off x="165694" y="31892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場所・世界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4EBBCE-D030-31A0-25E8-629024707ED4}"/>
              </a:ext>
            </a:extLst>
          </p:cNvPr>
          <p:cNvSpPr txBox="1"/>
          <p:nvPr/>
        </p:nvSpPr>
        <p:spPr>
          <a:xfrm>
            <a:off x="2630988" y="3189232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ダンジョン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6D0640-A37B-E247-F879-B199C8BBB738}"/>
              </a:ext>
            </a:extLst>
          </p:cNvPr>
          <p:cNvSpPr txBox="1"/>
          <p:nvPr/>
        </p:nvSpPr>
        <p:spPr>
          <a:xfrm>
            <a:off x="165694" y="420979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メイン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16DBE3-61EB-2341-C5D4-51E1B508BEA0}"/>
              </a:ext>
            </a:extLst>
          </p:cNvPr>
          <p:cNvSpPr txBox="1"/>
          <p:nvPr/>
        </p:nvSpPr>
        <p:spPr>
          <a:xfrm>
            <a:off x="2630988" y="4209799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ジャンプ、攻撃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062E1-1FBC-CF9E-D7D0-299D9075DF65}"/>
              </a:ext>
            </a:extLst>
          </p:cNvPr>
          <p:cNvSpPr txBox="1"/>
          <p:nvPr/>
        </p:nvSpPr>
        <p:spPr>
          <a:xfrm>
            <a:off x="165694" y="52398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4B1D26D-EE88-5A61-C1FA-0BB790D7C150}"/>
              </a:ext>
            </a:extLst>
          </p:cNvPr>
          <p:cNvSpPr txBox="1"/>
          <p:nvPr/>
        </p:nvSpPr>
        <p:spPr>
          <a:xfrm>
            <a:off x="2630988" y="5239832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制限時間内にゴールにたどり着く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D1937F-47C9-9E98-E038-F3A696BE53ED}"/>
              </a:ext>
            </a:extLst>
          </p:cNvPr>
          <p:cNvSpPr txBox="1"/>
          <p:nvPr/>
        </p:nvSpPr>
        <p:spPr>
          <a:xfrm>
            <a:off x="190845" y="630256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360183-8BEA-9018-42C8-A4AE0523D94A}"/>
              </a:ext>
            </a:extLst>
          </p:cNvPr>
          <p:cNvSpPr txBox="1"/>
          <p:nvPr/>
        </p:nvSpPr>
        <p:spPr>
          <a:xfrm>
            <a:off x="2656139" y="6302566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敵、罠、時間、資源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274AE5-110A-93BF-023A-D37A931E03A8}"/>
              </a:ext>
            </a:extLst>
          </p:cNvPr>
          <p:cNvSpPr txBox="1"/>
          <p:nvPr/>
        </p:nvSpPr>
        <p:spPr>
          <a:xfrm>
            <a:off x="190845" y="739905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389119-84FB-C9B1-5A8D-3C1EF720178C}"/>
              </a:ext>
            </a:extLst>
          </p:cNvPr>
          <p:cNvSpPr txBox="1"/>
          <p:nvPr/>
        </p:nvSpPr>
        <p:spPr>
          <a:xfrm>
            <a:off x="2656139" y="7399058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F6E648-BCBC-F4E7-CD6E-304F25AC3FA9}"/>
              </a:ext>
            </a:extLst>
          </p:cNvPr>
          <p:cNvSpPr txBox="1"/>
          <p:nvPr/>
        </p:nvSpPr>
        <p:spPr>
          <a:xfrm>
            <a:off x="215996" y="846179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上記からの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B2D134-9A4C-605D-5101-0C5A8006F89C}"/>
              </a:ext>
            </a:extLst>
          </p:cNvPr>
          <p:cNvSpPr txBox="1"/>
          <p:nvPr/>
        </p:nvSpPr>
        <p:spPr>
          <a:xfrm>
            <a:off x="2681290" y="8461792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主人公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ダンジョン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メインアクション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をくりかえして、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をクリアしながら、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最終目的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を達成する、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ジャンル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047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177664" y="2464610"/>
            <a:ext cx="10649472" cy="575109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3103B03D-FCFC-423F-8CC5-EF99AD57D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4" y="2401578"/>
            <a:ext cx="10448279" cy="5877157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 イメージ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D3247E-F948-979A-1F50-0C213D84EE3B}"/>
              </a:ext>
            </a:extLst>
          </p:cNvPr>
          <p:cNvSpPr txBox="1"/>
          <p:nvPr/>
        </p:nvSpPr>
        <p:spPr>
          <a:xfrm>
            <a:off x="215996" y="1231880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40A38F-7A0A-C3CF-D8B5-3D4165FAD496}"/>
              </a:ext>
            </a:extLst>
          </p:cNvPr>
          <p:cNvSpPr txBox="1"/>
          <p:nvPr/>
        </p:nvSpPr>
        <p:spPr>
          <a:xfrm>
            <a:off x="215996" y="858076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駆け引き</a:t>
            </a:r>
            <a:endParaRPr lang="en-US" sz="2800">
              <a:solidFill>
                <a:srgbClr val="000000"/>
              </a:solidFill>
              <a:latin typeface="Meiryo"/>
              <a:ea typeface="Meiryo"/>
            </a:endParaRPr>
          </a:p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要素！</a:t>
            </a:r>
            <a:endParaRPr kumimoji="1" lang="en-US" sz="2800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902B89-EC04-85F1-1AD1-8E592C4C8E0D}"/>
              </a:ext>
            </a:extLst>
          </p:cNvPr>
          <p:cNvSpPr txBox="1"/>
          <p:nvPr/>
        </p:nvSpPr>
        <p:spPr>
          <a:xfrm>
            <a:off x="2681290" y="8580770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高箱あけ足場ブロックを獲得でき探索をより楽にできるが、時間が限られているかつゴールに必要な数も残しとかないといけない</a:t>
            </a:r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A8A455-9924-468F-9CDA-434A85311BFA}"/>
              </a:ext>
            </a:extLst>
          </p:cNvPr>
          <p:cNvSpPr txBox="1"/>
          <p:nvPr/>
        </p:nvSpPr>
        <p:spPr>
          <a:xfrm>
            <a:off x="2681290" y="1295294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主人公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ダンジョン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メインアクション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をくりかえして、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宝箱を開ける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を達成し、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ゴール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を達成する、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98321E-0FAD-4F89-A8CC-73D05CE5F720}"/>
              </a:ext>
            </a:extLst>
          </p:cNvPr>
          <p:cNvSpPr txBox="1"/>
          <p:nvPr/>
        </p:nvSpPr>
        <p:spPr>
          <a:xfrm>
            <a:off x="9748157" y="2654252"/>
            <a:ext cx="1698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highlight>
                  <a:srgbClr val="FFFF00"/>
                </a:highlight>
              </a:rPr>
              <a:t>４：２９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4B23493C-34D5-47DC-B279-BCF4A6737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05386" y="4301566"/>
            <a:ext cx="5896693" cy="3899330"/>
          </a:xfrm>
          <a:prstGeom prst="rect">
            <a:avLst/>
          </a:prstGeom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036C05F-4AD1-4540-A805-50E092DC4DDF}"/>
              </a:ext>
            </a:extLst>
          </p:cNvPr>
          <p:cNvSpPr/>
          <p:nvPr/>
        </p:nvSpPr>
        <p:spPr bwMode="auto">
          <a:xfrm>
            <a:off x="9927771" y="7018007"/>
            <a:ext cx="1518558" cy="108473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solidFill>
              <a:srgbClr val="FFFF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B9A4E90-FE2D-4E38-BDBF-1106A8FBCE2E}"/>
              </a:ext>
            </a:extLst>
          </p:cNvPr>
          <p:cNvSpPr/>
          <p:nvPr/>
        </p:nvSpPr>
        <p:spPr bwMode="auto">
          <a:xfrm>
            <a:off x="10298185" y="7196344"/>
            <a:ext cx="825301" cy="767091"/>
          </a:xfrm>
          <a:prstGeom prst="rect">
            <a:avLst/>
          </a:prstGeom>
          <a:solidFill>
            <a:srgbClr val="FF0000"/>
          </a:solidFill>
          <a:ln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EBFBC28-BCC0-48B9-A6EE-6236DB7DA063}"/>
              </a:ext>
            </a:extLst>
          </p:cNvPr>
          <p:cNvSpPr/>
          <p:nvPr/>
        </p:nvSpPr>
        <p:spPr bwMode="auto">
          <a:xfrm>
            <a:off x="1378857" y="6728891"/>
            <a:ext cx="1671638" cy="1333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solidFill>
              <a:srgbClr val="FFFF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73AF7EA5-4F4C-4DE5-A90F-6236B9D116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305" y="6693555"/>
            <a:ext cx="1508764" cy="1574772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CBEC100B-ED9C-49E3-A9B6-4FDFF92B2B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260" y="4199841"/>
            <a:ext cx="2038900" cy="2818166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6D4FD8DF-1887-4937-BA92-E499D0A856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263" y="481774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個人目標設定（名前）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・飽きさせないためのギミック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・難易度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・ステートパターン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・シングルトン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・３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D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モデルの制御</a:t>
            </a:r>
          </a:p>
        </p:txBody>
      </p:sp>
    </p:spTree>
    <p:extLst>
      <p:ext uri="{BB962C8B-B14F-4D97-AF65-F5344CB8AC3E}">
        <p14:creationId xmlns:p14="http://schemas.microsoft.com/office/powerpoint/2010/main" val="153546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50000"/>
            </a:schemeClr>
          </a:solidFill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400" dirty="0">
            <a:solidFill>
              <a:srgbClr val="000000"/>
            </a:solidFill>
            <a:latin typeface="HGP創英角ｺﾞｼｯｸUB" panose="020B0900000000000000" pitchFamily="50" charset="-128"/>
            <a:ea typeface="HGP創英角ｺﾞｼｯｸUB" panose="020B0900000000000000" pitchFamily="50" charset="-128"/>
            <a:cs typeface="メイリオ" pitchFamily="50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048785-d070-4c78-8f2f-ed2b48eb345c" xsi:nil="true"/>
    <lcf76f155ced4ddcb4097134ff3c332f xmlns="02709b60-37ec-424b-b681-c6612ac7fe3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15" ma:contentTypeDescription="新しいドキュメントを作成します。" ma:contentTypeScope="" ma:versionID="ab0ad3b8596db009aba937b3e43a8a7f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bd157c9246152f7d64d090db49938ccd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76fc6dc-39d0-4a2e-a4a9-623828d4e622}" ma:internalName="TaxCatchAll" ma:showField="CatchAllData" ma:web="f9048785-d070-4c78-8f2f-ed2b48eb34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48941E-71E2-4531-BC0F-EE0D630B2A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CE55E-098B-4E48-AF86-E65EA21E3ADA}">
  <ds:schemaRefs>
    <ds:schemaRef ds:uri="0c73c1f5-50cd-4477-a315-44bef7b8a847"/>
    <ds:schemaRef ds:uri="aaa52e1c-8772-4366-aa63-bf636c80eb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9048785-d070-4c78-8f2f-ed2b48eb345c"/>
    <ds:schemaRef ds:uri="02709b60-37ec-424b-b681-c6612ac7fe32"/>
  </ds:schemaRefs>
</ds:datastoreItem>
</file>

<file path=customXml/itemProps3.xml><?xml version="1.0" encoding="utf-8"?>
<ds:datastoreItem xmlns:ds="http://schemas.openxmlformats.org/officeDocument/2006/customXml" ds:itemID="{EA7AE9AB-80E8-4F7E-8271-65FC8752E4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709b60-37ec-424b-b681-c6612ac7fe32"/>
    <ds:schemaRef ds:uri="f9048785-d070-4c78-8f2f-ed2b48eb3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</TotalTime>
  <Words>194</Words>
  <Application>Microsoft Office PowerPoint</Application>
  <PresentationFormat>ユーザー設定</PresentationFormat>
  <Paragraphs>47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HGP創英角ｺﾞｼｯｸUB</vt:lpstr>
      <vt:lpstr>メイリオ</vt:lpstr>
      <vt:lpstr>メイリオ</vt:lpstr>
      <vt:lpstr>Arial</vt:lpstr>
      <vt:lpstr>Calibri</vt:lpstr>
      <vt:lpstr>Calibri Light</vt:lpstr>
      <vt:lpstr>Office テーマ</vt:lpstr>
      <vt:lpstr>ゲーム概要V2</vt:lpstr>
      <vt:lpstr>ゲーム画面 イメージ</vt:lpstr>
      <vt:lpstr>個人目標設定（名前）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アイディアをゲームにしてみよう！</dc:title>
  <dc:creator>Microsoft アカウント</dc:creator>
  <cp:lastModifiedBy>光武 舜斗</cp:lastModifiedBy>
  <cp:revision>41</cp:revision>
  <dcterms:created xsi:type="dcterms:W3CDTF">2022-03-11T03:47:55Z</dcterms:created>
  <dcterms:modified xsi:type="dcterms:W3CDTF">2026-04-15T03:46:57Z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  <property fmtid="{D5CDD505-2E9C-101B-9397-08002B2CF9AE}" pid="3" name="MediaServiceImageTags">
    <vt:lpwstr/>
  </property>
</Properties>
</file>